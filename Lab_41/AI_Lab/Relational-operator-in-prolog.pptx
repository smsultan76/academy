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1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9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7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1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9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2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80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9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1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13DC0-D3F0-4930-BB4B-EDADB82F06D3}" type="datetimeFigureOut">
              <a:rPr lang="en-US" smtClean="0"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7ED5B-E7CB-4D33-A82C-2762BAF3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Relational Operator in Prolog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18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Arithematic</a:t>
            </a:r>
            <a:r>
              <a:rPr lang="en-US" dirty="0" smtClean="0"/>
              <a:t> and Relational operator in prolog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80226"/>
            <a:ext cx="10515600" cy="4796737"/>
          </a:xfrm>
        </p:spPr>
        <p:txBody>
          <a:bodyPr>
            <a:normAutofit/>
          </a:bodyPr>
          <a:lstStyle/>
          <a:p>
            <a:r>
              <a:rPr lang="en-US" dirty="0" smtClean="0"/>
              <a:t>- ruler(X,1970).</a:t>
            </a:r>
          </a:p>
          <a:p>
            <a:r>
              <a:rPr lang="en-US" dirty="0" smtClean="0"/>
              <a:t>X = </a:t>
            </a:r>
            <a:r>
              <a:rPr lang="en-US" dirty="0" err="1" smtClean="0"/>
              <a:t>mohammad</a:t>
            </a:r>
            <a:r>
              <a:rPr lang="en-US" dirty="0" smtClean="0"/>
              <a:t> ;</a:t>
            </a:r>
          </a:p>
          <a:p>
            <a:r>
              <a:rPr lang="en-US" dirty="0" smtClean="0"/>
              <a:t>false.</a:t>
            </a:r>
          </a:p>
          <a:p>
            <a:endParaRPr lang="en-US" dirty="0" smtClean="0"/>
          </a:p>
          <a:p>
            <a:r>
              <a:rPr lang="en-US" dirty="0" smtClean="0"/>
              <a:t>?- ruler(X,2000).</a:t>
            </a:r>
          </a:p>
          <a:p>
            <a:r>
              <a:rPr lang="en-US" dirty="0" smtClean="0"/>
              <a:t>X = </a:t>
            </a:r>
            <a:r>
              <a:rPr lang="en-US" dirty="0" err="1" smtClean="0"/>
              <a:t>yakub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?- ruler(X,1952).</a:t>
            </a:r>
          </a:p>
          <a:p>
            <a:r>
              <a:rPr lang="en-US" dirty="0" smtClean="0"/>
              <a:t>X = </a:t>
            </a:r>
            <a:r>
              <a:rPr lang="en-US" dirty="0" err="1" smtClean="0"/>
              <a:t>mohammad</a:t>
            </a:r>
            <a:r>
              <a:rPr lang="en-US" dirty="0" smtClean="0"/>
              <a:t>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37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Arithematic</a:t>
            </a:r>
            <a:r>
              <a:rPr lang="en-US" dirty="0" smtClean="0"/>
              <a:t> and Relational operator in prolog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7596" y="1690688"/>
            <a:ext cx="10515600" cy="47967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% Ruling Period of rules calculation</a:t>
            </a:r>
          </a:p>
          <a:p>
            <a:pPr marL="0" indent="0">
              <a:buNone/>
            </a:pPr>
            <a:r>
              <a:rPr lang="en-US" dirty="0" smtClean="0"/>
              <a:t>%https://www.youtube.com/watch?v=yuR7KsfA55A&amp;list=PLEJXowNB4kPy3_qhGksOO8ch_Di7T8_9E&amp;index=15</a:t>
            </a:r>
          </a:p>
          <a:p>
            <a:pPr marL="0" indent="0">
              <a:buNone/>
            </a:pPr>
            <a:r>
              <a:rPr lang="en-US" dirty="0" err="1" smtClean="0"/>
              <a:t>reigms</a:t>
            </a:r>
            <a:r>
              <a:rPr lang="en-US" dirty="0" smtClean="0"/>
              <a:t>(khalid,1900,1950).</a:t>
            </a:r>
          </a:p>
          <a:p>
            <a:pPr marL="0" indent="0">
              <a:buNone/>
            </a:pPr>
            <a:r>
              <a:rPr lang="en-US" dirty="0" err="1" smtClean="0"/>
              <a:t>reigms</a:t>
            </a:r>
            <a:r>
              <a:rPr lang="en-US" dirty="0" smtClean="0"/>
              <a:t>(mohammad,1951,1970).</a:t>
            </a:r>
          </a:p>
          <a:p>
            <a:pPr marL="0" indent="0">
              <a:buNone/>
            </a:pPr>
            <a:r>
              <a:rPr lang="en-US" dirty="0" err="1" smtClean="0"/>
              <a:t>reigms</a:t>
            </a:r>
            <a:r>
              <a:rPr lang="en-US" dirty="0" smtClean="0"/>
              <a:t>(labib,1971,1985).</a:t>
            </a:r>
          </a:p>
          <a:p>
            <a:pPr marL="0" indent="0">
              <a:buNone/>
            </a:pPr>
            <a:r>
              <a:rPr lang="en-US" dirty="0" err="1" smtClean="0"/>
              <a:t>reigms</a:t>
            </a:r>
            <a:r>
              <a:rPr lang="en-US" dirty="0" smtClean="0"/>
              <a:t>(yakub,1986,2010).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ruler(X,Y):-</a:t>
            </a:r>
            <a:r>
              <a:rPr lang="en-US" dirty="0" err="1" smtClean="0"/>
              <a:t>reigms</a:t>
            </a:r>
            <a:r>
              <a:rPr lang="en-US" dirty="0" smtClean="0"/>
              <a:t>(X,A,B),</a:t>
            </a:r>
          </a:p>
          <a:p>
            <a:pPr marL="0" indent="0">
              <a:buNone/>
            </a:pPr>
            <a:r>
              <a:rPr lang="en-US" dirty="0" smtClean="0"/>
              <a:t>            Y&gt;=A,</a:t>
            </a:r>
          </a:p>
          <a:p>
            <a:pPr marL="0" indent="0">
              <a:buNone/>
            </a:pPr>
            <a:r>
              <a:rPr lang="en-US" dirty="0" smtClean="0"/>
              <a:t>            Y=&lt;B.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8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Density of Population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67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% Calculation of Density of Population of a particular country</a:t>
            </a:r>
          </a:p>
          <a:p>
            <a:pPr marL="0" indent="0">
              <a:buNone/>
            </a:pPr>
            <a:r>
              <a:rPr lang="en-US" dirty="0" smtClean="0"/>
              <a:t>population(china,100).</a:t>
            </a:r>
          </a:p>
          <a:p>
            <a:pPr marL="0" indent="0">
              <a:buNone/>
            </a:pPr>
            <a:r>
              <a:rPr lang="en-US" dirty="0" smtClean="0"/>
              <a:t>population(india,90).</a:t>
            </a:r>
          </a:p>
          <a:p>
            <a:pPr marL="0" indent="0">
              <a:buNone/>
            </a:pPr>
            <a:r>
              <a:rPr lang="en-US" dirty="0" smtClean="0"/>
              <a:t>population(usa,80).</a:t>
            </a:r>
          </a:p>
          <a:p>
            <a:pPr marL="0" indent="0">
              <a:buNone/>
            </a:pPr>
            <a:r>
              <a:rPr lang="en-US" dirty="0" smtClean="0"/>
              <a:t>population(bangladesh,120).</a:t>
            </a:r>
          </a:p>
          <a:p>
            <a:pPr marL="0" indent="0">
              <a:buNone/>
            </a:pPr>
            <a:r>
              <a:rPr lang="en-US" dirty="0" smtClean="0"/>
              <a:t>area(china,10).</a:t>
            </a:r>
          </a:p>
          <a:p>
            <a:pPr marL="0" indent="0">
              <a:buNone/>
            </a:pPr>
            <a:r>
              <a:rPr lang="en-US" dirty="0" smtClean="0"/>
              <a:t>area(india,6).</a:t>
            </a:r>
          </a:p>
          <a:p>
            <a:pPr marL="0" indent="0">
              <a:buNone/>
            </a:pPr>
            <a:r>
              <a:rPr lang="en-US" dirty="0" smtClean="0"/>
              <a:t>area(usa,4).</a:t>
            </a:r>
          </a:p>
          <a:p>
            <a:pPr marL="0" indent="0">
              <a:buNone/>
            </a:pPr>
            <a:r>
              <a:rPr lang="en-US" dirty="0" smtClean="0"/>
              <a:t>area(bangladesh,10).</a:t>
            </a:r>
          </a:p>
          <a:p>
            <a:pPr marL="0" indent="0">
              <a:buNone/>
            </a:pPr>
            <a:r>
              <a:rPr lang="en-US" dirty="0" smtClean="0"/>
              <a:t>density(X,Y):-population(</a:t>
            </a:r>
            <a:r>
              <a:rPr lang="en-US" dirty="0" err="1" smtClean="0"/>
              <a:t>X,Pop</a:t>
            </a:r>
            <a:r>
              <a:rPr lang="en-US" dirty="0" smtClean="0"/>
              <a:t>),       % query =density(</a:t>
            </a:r>
            <a:r>
              <a:rPr lang="en-US" dirty="0" err="1" smtClean="0"/>
              <a:t>bangladesh,X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              area(</a:t>
            </a:r>
            <a:r>
              <a:rPr lang="en-US" dirty="0" err="1" smtClean="0"/>
              <a:t>X,Ar</a:t>
            </a:r>
            <a:r>
              <a:rPr lang="en-US" dirty="0" smtClean="0"/>
              <a:t>),</a:t>
            </a:r>
          </a:p>
          <a:p>
            <a:pPr marL="0" indent="0">
              <a:buNone/>
            </a:pPr>
            <a:r>
              <a:rPr lang="en-US" dirty="0" smtClean="0"/>
              <a:t>              Y is Pop/Ar.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2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120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Relational Operator in Prolog</vt:lpstr>
      <vt:lpstr> Arithematic and Relational operator in prolog</vt:lpstr>
      <vt:lpstr> Arithematic and Relational operator in prolog</vt:lpstr>
      <vt:lpstr>                   Density of Population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2024-09-30T08:31:51Z</dcterms:created>
  <dcterms:modified xsi:type="dcterms:W3CDTF">2026-01-08T05:32:58Z</dcterms:modified>
</cp:coreProperties>
</file>