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255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4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7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61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3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4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49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7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90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4029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91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8359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1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4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1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91D742C-C7DE-477F-9C19-D493382B526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2A20370-7B1E-4043-8311-BDE74397F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4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And/or/equality/unification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59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193" y="294895"/>
            <a:ext cx="8534400" cy="1507067"/>
          </a:xfrm>
        </p:spPr>
        <p:txBody>
          <a:bodyPr/>
          <a:lstStyle/>
          <a:p>
            <a:pPr algn="ctr"/>
            <a:r>
              <a:rPr lang="en-US" dirty="0" smtClean="0"/>
              <a:t>CONJUNCTION (AND /OR) IN PROLOG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0756" y="1801962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likes(</a:t>
            </a:r>
            <a:r>
              <a:rPr lang="en-US" dirty="0" err="1">
                <a:solidFill>
                  <a:srgbClr val="00B050"/>
                </a:solidFill>
              </a:rPr>
              <a:t>mary,chocolate</a:t>
            </a:r>
            <a:r>
              <a:rPr lang="en-US" dirty="0">
                <a:solidFill>
                  <a:srgbClr val="00B050"/>
                </a:solidFill>
              </a:rPr>
              <a:t>). </a:t>
            </a:r>
            <a:endParaRPr lang="en-US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</a:rPr>
              <a:t>likes(</a:t>
            </a:r>
            <a:r>
              <a:rPr lang="en-US" dirty="0" err="1" smtClean="0">
                <a:solidFill>
                  <a:srgbClr val="00B050"/>
                </a:solidFill>
              </a:rPr>
              <a:t>mary,</a:t>
            </a:r>
            <a:r>
              <a:rPr lang="en-US" dirty="0" err="1" smtClean="0">
                <a:solidFill>
                  <a:srgbClr val="FF0000"/>
                </a:solidFill>
              </a:rPr>
              <a:t>apple</a:t>
            </a:r>
            <a:r>
              <a:rPr lang="en-US" dirty="0" smtClean="0">
                <a:solidFill>
                  <a:srgbClr val="00B050"/>
                </a:solidFill>
              </a:rPr>
              <a:t>).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</a:rPr>
              <a:t>likes(</a:t>
            </a:r>
            <a:r>
              <a:rPr lang="en-US" dirty="0" err="1" smtClean="0">
                <a:solidFill>
                  <a:srgbClr val="00B050"/>
                </a:solidFill>
              </a:rPr>
              <a:t>mary,</a:t>
            </a:r>
            <a:r>
              <a:rPr lang="en-US" dirty="0" err="1" smtClean="0">
                <a:solidFill>
                  <a:srgbClr val="FF0000"/>
                </a:solidFill>
              </a:rPr>
              <a:t>burger</a:t>
            </a:r>
            <a:r>
              <a:rPr lang="en-US" dirty="0">
                <a:solidFill>
                  <a:srgbClr val="00B050"/>
                </a:solidFill>
              </a:rPr>
              <a:t>). </a:t>
            </a:r>
            <a:endParaRPr lang="en-US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</a:rPr>
              <a:t>likes(</a:t>
            </a:r>
            <a:r>
              <a:rPr lang="en-US" dirty="0" err="1" smtClean="0">
                <a:solidFill>
                  <a:srgbClr val="00B050"/>
                </a:solidFill>
              </a:rPr>
              <a:t>john,</a:t>
            </a:r>
            <a:r>
              <a:rPr lang="en-US" dirty="0" err="1" smtClean="0">
                <a:solidFill>
                  <a:srgbClr val="FF0000"/>
                </a:solidFill>
              </a:rPr>
              <a:t>apple</a:t>
            </a:r>
            <a:r>
              <a:rPr lang="en-US" dirty="0" smtClean="0">
                <a:solidFill>
                  <a:srgbClr val="00B050"/>
                </a:solidFill>
              </a:rPr>
              <a:t>).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</a:rPr>
              <a:t>likes(</a:t>
            </a:r>
            <a:r>
              <a:rPr lang="en-US" dirty="0" err="1" smtClean="0">
                <a:solidFill>
                  <a:srgbClr val="00B050"/>
                </a:solidFill>
              </a:rPr>
              <a:t>john,mary</a:t>
            </a:r>
            <a:r>
              <a:rPr lang="en-US" dirty="0" smtClean="0">
                <a:solidFill>
                  <a:srgbClr val="00B050"/>
                </a:solidFill>
              </a:rPr>
              <a:t>).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likes(</a:t>
            </a:r>
            <a:r>
              <a:rPr lang="en-US" dirty="0" err="1">
                <a:solidFill>
                  <a:srgbClr val="00B050"/>
                </a:solidFill>
              </a:rPr>
              <a:t>john,</a:t>
            </a:r>
            <a:r>
              <a:rPr lang="en-US" dirty="0" err="1">
                <a:solidFill>
                  <a:srgbClr val="FF0000"/>
                </a:solidFill>
              </a:rPr>
              <a:t>burger</a:t>
            </a:r>
            <a:r>
              <a:rPr lang="en-US" dirty="0" smtClean="0">
                <a:solidFill>
                  <a:srgbClr val="00B050"/>
                </a:solidFill>
              </a:rPr>
              <a:t>).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44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329" y="191378"/>
            <a:ext cx="8534400" cy="1507067"/>
          </a:xfrm>
        </p:spPr>
        <p:txBody>
          <a:bodyPr/>
          <a:lstStyle/>
          <a:p>
            <a:pPr algn="ctr"/>
            <a:r>
              <a:rPr lang="en-US" dirty="0"/>
              <a:t>CONJUNCTION (AND </a:t>
            </a:r>
            <a:r>
              <a:rPr lang="en-US" sz="2000" dirty="0" smtClean="0">
                <a:solidFill>
                  <a:srgbClr val="FF0000"/>
                </a:solidFill>
              </a:rPr>
              <a:t>(,)</a:t>
            </a:r>
            <a:r>
              <a:rPr lang="en-US" dirty="0" smtClean="0"/>
              <a:t>/OR</a:t>
            </a:r>
            <a:r>
              <a:rPr lang="en-US" sz="2000" dirty="0" smtClean="0">
                <a:solidFill>
                  <a:srgbClr val="FF0000"/>
                </a:solidFill>
              </a:rPr>
              <a:t>(;)</a:t>
            </a:r>
            <a:r>
              <a:rPr lang="en-US" dirty="0" smtClean="0"/>
              <a:t>) </a:t>
            </a:r>
            <a:r>
              <a:rPr lang="en-US" dirty="0"/>
              <a:t>IN PROLOG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5042" y="1561700"/>
            <a:ext cx="8534400" cy="380393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likes(</a:t>
            </a:r>
            <a:r>
              <a:rPr lang="en-US" dirty="0" err="1"/>
              <a:t>mary,X</a:t>
            </a:r>
            <a:r>
              <a:rPr lang="en-US" dirty="0"/>
              <a:t>),likes(</a:t>
            </a:r>
            <a:r>
              <a:rPr lang="en-US" dirty="0" err="1"/>
              <a:t>john,X</a:t>
            </a:r>
            <a:r>
              <a:rPr lang="en-US" dirty="0"/>
              <a:t>).</a:t>
            </a:r>
          </a:p>
          <a:p>
            <a:r>
              <a:rPr lang="en-US" dirty="0"/>
              <a:t>X = wine .</a:t>
            </a:r>
          </a:p>
          <a:p>
            <a:endParaRPr lang="en-US" dirty="0"/>
          </a:p>
          <a:p>
            <a:r>
              <a:rPr lang="en-US" dirty="0"/>
              <a:t>?- </a:t>
            </a:r>
          </a:p>
          <a:p>
            <a:r>
              <a:rPr lang="en-US" dirty="0"/>
              <a:t>|    likes(</a:t>
            </a:r>
            <a:r>
              <a:rPr lang="en-US" dirty="0" err="1"/>
              <a:t>mary,X</a:t>
            </a:r>
            <a:r>
              <a:rPr lang="en-US" dirty="0"/>
              <a:t>),likes(</a:t>
            </a:r>
            <a:r>
              <a:rPr lang="en-US" dirty="0" err="1"/>
              <a:t>john,X</a:t>
            </a:r>
            <a:r>
              <a:rPr lang="en-US" dirty="0"/>
              <a:t>).</a:t>
            </a:r>
          </a:p>
          <a:p>
            <a:r>
              <a:rPr lang="en-US" dirty="0">
                <a:solidFill>
                  <a:srgbClr val="FF0000"/>
                </a:solidFill>
              </a:rPr>
              <a:t>X = wine ;</a:t>
            </a:r>
          </a:p>
          <a:p>
            <a:r>
              <a:rPr lang="en-US" dirty="0">
                <a:solidFill>
                  <a:srgbClr val="FF0000"/>
                </a:solidFill>
              </a:rPr>
              <a:t>X = burger.</a:t>
            </a:r>
          </a:p>
          <a:p>
            <a:endParaRPr lang="en-US" dirty="0"/>
          </a:p>
          <a:p>
            <a:r>
              <a:rPr lang="en-US" dirty="0"/>
              <a:t>?- likes(</a:t>
            </a:r>
            <a:r>
              <a:rPr lang="en-US" dirty="0" err="1"/>
              <a:t>mary,john</a:t>
            </a:r>
            <a:r>
              <a:rPr lang="en-US" dirty="0"/>
              <a:t>),likes(</a:t>
            </a:r>
            <a:r>
              <a:rPr lang="en-US" dirty="0" err="1"/>
              <a:t>john,mary</a:t>
            </a:r>
            <a:r>
              <a:rPr lang="en-US" dirty="0"/>
              <a:t>).</a:t>
            </a:r>
          </a:p>
          <a:p>
            <a:r>
              <a:rPr lang="en-US" dirty="0">
                <a:solidFill>
                  <a:srgbClr val="FF0000"/>
                </a:solidFill>
              </a:rPr>
              <a:t>false.</a:t>
            </a:r>
          </a:p>
        </p:txBody>
      </p:sp>
    </p:spTree>
    <p:extLst>
      <p:ext uri="{BB962C8B-B14F-4D97-AF65-F5344CB8AC3E}">
        <p14:creationId xmlns:p14="http://schemas.microsoft.com/office/powerpoint/2010/main" val="168397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3231" y="130992"/>
            <a:ext cx="8534400" cy="1507067"/>
          </a:xfrm>
        </p:spPr>
        <p:txBody>
          <a:bodyPr/>
          <a:lstStyle/>
          <a:p>
            <a:r>
              <a:rPr lang="en-US" dirty="0" smtClean="0"/>
              <a:t>             FACTs and rules  in Prolog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077" y="1971135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% john likes anyone who likes wine</a:t>
            </a:r>
          </a:p>
          <a:p>
            <a:pPr marL="0" indent="0">
              <a:buNone/>
            </a:pPr>
            <a:r>
              <a:rPr lang="en-US" dirty="0"/>
              <a:t>likes(</a:t>
            </a:r>
            <a:r>
              <a:rPr lang="en-US" dirty="0" err="1"/>
              <a:t>mary,chocolate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likes(</a:t>
            </a:r>
            <a:r>
              <a:rPr lang="en-US" dirty="0" err="1"/>
              <a:t>mary,wine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likes(</a:t>
            </a:r>
            <a:r>
              <a:rPr lang="en-US" dirty="0" err="1"/>
              <a:t>bob,beer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likes(</a:t>
            </a:r>
            <a:r>
              <a:rPr lang="en-US" dirty="0" err="1"/>
              <a:t>wini,apple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likes(</a:t>
            </a:r>
            <a:r>
              <a:rPr lang="en-US" dirty="0" err="1"/>
              <a:t>charlie,wine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 smtClean="0"/>
              <a:t>Likes(</a:t>
            </a:r>
            <a:r>
              <a:rPr lang="en-US" dirty="0" err="1" smtClean="0"/>
              <a:t>john,X</a:t>
            </a:r>
            <a:r>
              <a:rPr lang="en-US" dirty="0" smtClean="0"/>
              <a:t>):-likes(</a:t>
            </a:r>
            <a:r>
              <a:rPr lang="en-US" dirty="0" err="1" smtClean="0"/>
              <a:t>X,wine</a:t>
            </a:r>
            <a:r>
              <a:rPr lang="en-US" dirty="0" smtClean="0"/>
              <a:t>).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026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4776309" cy="380153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This query will find out all these people who are liked by john</a:t>
            </a:r>
          </a:p>
          <a:p>
            <a:pPr marL="0" indent="0">
              <a:buNone/>
            </a:pPr>
            <a:r>
              <a:rPr lang="en-US" dirty="0"/>
              <a:t> likes(</a:t>
            </a:r>
            <a:r>
              <a:rPr lang="en-US" dirty="0" err="1"/>
              <a:t>john,X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X = </a:t>
            </a:r>
            <a:r>
              <a:rPr lang="en-US" dirty="0" err="1"/>
              <a:t>mary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X = </a:t>
            </a:r>
            <a:r>
              <a:rPr lang="en-US" dirty="0" err="1"/>
              <a:t>charlie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false.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?- likes(</a:t>
            </a:r>
            <a:r>
              <a:rPr lang="en-US" dirty="0" err="1"/>
              <a:t>john,bob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false.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true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26347" y="1050114"/>
            <a:ext cx="50550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?- </a:t>
            </a:r>
          </a:p>
          <a:p>
            <a:r>
              <a:rPr lang="en-US" dirty="0" smtClean="0"/>
              <a:t>|    likes(</a:t>
            </a:r>
            <a:r>
              <a:rPr lang="en-US" dirty="0" err="1" smtClean="0"/>
              <a:t>john,wini</a:t>
            </a:r>
            <a:r>
              <a:rPr lang="en-US" dirty="0" smtClean="0"/>
              <a:t>).</a:t>
            </a:r>
          </a:p>
          <a:p>
            <a:r>
              <a:rPr lang="en-US" dirty="0" smtClean="0"/>
              <a:t>false.</a:t>
            </a:r>
          </a:p>
          <a:p>
            <a:endParaRPr lang="en-US" dirty="0" smtClean="0"/>
          </a:p>
          <a:p>
            <a:r>
              <a:rPr lang="en-US" dirty="0" smtClean="0"/>
              <a:t>?- likes(</a:t>
            </a:r>
            <a:r>
              <a:rPr lang="en-US" dirty="0" err="1" smtClean="0"/>
              <a:t>john,mary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True.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7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537" y="165498"/>
            <a:ext cx="8534400" cy="1507067"/>
          </a:xfrm>
        </p:spPr>
        <p:txBody>
          <a:bodyPr/>
          <a:lstStyle/>
          <a:p>
            <a:r>
              <a:rPr lang="en-US" dirty="0" smtClean="0"/>
              <a:t>  Example of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537" y="1789981"/>
            <a:ext cx="8534400" cy="36152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%john the thief</a:t>
            </a:r>
          </a:p>
          <a:p>
            <a:r>
              <a:rPr lang="en-US" dirty="0"/>
              <a:t>thief(</a:t>
            </a:r>
            <a:r>
              <a:rPr lang="en-US" dirty="0" err="1"/>
              <a:t>wini</a:t>
            </a:r>
            <a:r>
              <a:rPr lang="en-US" dirty="0"/>
              <a:t>).</a:t>
            </a:r>
          </a:p>
          <a:p>
            <a:r>
              <a:rPr lang="en-US" dirty="0"/>
              <a:t>thief(john).</a:t>
            </a:r>
          </a:p>
          <a:p>
            <a:r>
              <a:rPr lang="en-US" dirty="0"/>
              <a:t>thief(</a:t>
            </a:r>
            <a:r>
              <a:rPr lang="en-US" dirty="0" err="1"/>
              <a:t>william</a:t>
            </a:r>
            <a:r>
              <a:rPr lang="en-US" dirty="0"/>
              <a:t>).</a:t>
            </a:r>
          </a:p>
          <a:p>
            <a:r>
              <a:rPr lang="en-US" dirty="0"/>
              <a:t>likes(</a:t>
            </a:r>
            <a:r>
              <a:rPr lang="en-US" dirty="0" err="1"/>
              <a:t>wini,ball</a:t>
            </a:r>
            <a:r>
              <a:rPr lang="en-US" dirty="0"/>
              <a:t>).</a:t>
            </a:r>
          </a:p>
          <a:p>
            <a:r>
              <a:rPr lang="en-US" dirty="0"/>
              <a:t>likes(</a:t>
            </a:r>
            <a:r>
              <a:rPr lang="en-US" dirty="0" err="1"/>
              <a:t>william,shoe</a:t>
            </a:r>
            <a:r>
              <a:rPr lang="en-US" dirty="0"/>
              <a:t>).</a:t>
            </a:r>
          </a:p>
          <a:p>
            <a:r>
              <a:rPr lang="en-US" dirty="0"/>
              <a:t>likes(</a:t>
            </a:r>
            <a:r>
              <a:rPr lang="en-US" dirty="0" err="1"/>
              <a:t>john,snow</a:t>
            </a:r>
            <a:r>
              <a:rPr lang="en-US" dirty="0"/>
              <a:t>).</a:t>
            </a:r>
          </a:p>
          <a:p>
            <a:r>
              <a:rPr lang="en-US" dirty="0"/>
              <a:t>likes(</a:t>
            </a:r>
            <a:r>
              <a:rPr lang="en-US" dirty="0" err="1"/>
              <a:t>john,dollar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dirty="0" err="1"/>
              <a:t>may_steal</a:t>
            </a:r>
            <a:r>
              <a:rPr lang="en-US" dirty="0"/>
              <a:t>(</a:t>
            </a:r>
            <a:r>
              <a:rPr lang="en-US" dirty="0" err="1"/>
              <a:t>john,X</a:t>
            </a:r>
            <a:r>
              <a:rPr lang="en-US" dirty="0"/>
              <a:t>):-thief(john),likes(</a:t>
            </a:r>
            <a:r>
              <a:rPr lang="en-US" dirty="0" err="1"/>
              <a:t>john,X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7139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537" y="165498"/>
            <a:ext cx="8534400" cy="15070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537" y="1789981"/>
            <a:ext cx="8534400" cy="3615267"/>
          </a:xfrm>
        </p:spPr>
        <p:txBody>
          <a:bodyPr/>
          <a:lstStyle/>
          <a:p>
            <a:r>
              <a:rPr lang="en-US" dirty="0"/>
              <a:t>?- </a:t>
            </a:r>
            <a:r>
              <a:rPr lang="en-US" dirty="0" err="1"/>
              <a:t>may_steal</a:t>
            </a:r>
            <a:r>
              <a:rPr lang="en-US" dirty="0"/>
              <a:t>(</a:t>
            </a:r>
            <a:r>
              <a:rPr lang="en-US" dirty="0" err="1"/>
              <a:t>john,X</a:t>
            </a:r>
            <a:r>
              <a:rPr lang="en-US" dirty="0"/>
              <a:t>).</a:t>
            </a:r>
          </a:p>
          <a:p>
            <a:r>
              <a:rPr lang="en-US" dirty="0"/>
              <a:t>X = snow ;</a:t>
            </a:r>
          </a:p>
          <a:p>
            <a:r>
              <a:rPr lang="en-US" dirty="0"/>
              <a:t>X = dollar.</a:t>
            </a:r>
          </a:p>
          <a:p>
            <a:endParaRPr lang="en-US" dirty="0"/>
          </a:p>
          <a:p>
            <a:r>
              <a:rPr lang="en-US" dirty="0"/>
              <a:t>?- </a:t>
            </a:r>
            <a:r>
              <a:rPr lang="en-US" dirty="0" err="1"/>
              <a:t>may_steal</a:t>
            </a:r>
            <a:r>
              <a:rPr lang="en-US" dirty="0"/>
              <a:t>(</a:t>
            </a:r>
            <a:r>
              <a:rPr lang="en-US" dirty="0" err="1"/>
              <a:t>john,jewellery</a:t>
            </a:r>
            <a:r>
              <a:rPr lang="en-US" dirty="0"/>
              <a:t>).</a:t>
            </a:r>
          </a:p>
          <a:p>
            <a:r>
              <a:rPr lang="en-US" dirty="0"/>
              <a:t>false.</a:t>
            </a:r>
          </a:p>
        </p:txBody>
      </p:sp>
    </p:spTree>
    <p:extLst>
      <p:ext uri="{BB962C8B-B14F-4D97-AF65-F5344CB8AC3E}">
        <p14:creationId xmlns:p14="http://schemas.microsoft.com/office/powerpoint/2010/main" val="153114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4932" y="189652"/>
            <a:ext cx="8534400" cy="1507067"/>
          </a:xfrm>
        </p:spPr>
        <p:txBody>
          <a:bodyPr/>
          <a:lstStyle/>
          <a:p>
            <a:r>
              <a:rPr lang="en-US" dirty="0" smtClean="0"/>
              <a:t>Equality and unification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0532" y="1794294"/>
            <a:ext cx="9069388" cy="4021459"/>
          </a:xfrm>
        </p:spPr>
        <p:txBody>
          <a:bodyPr/>
          <a:lstStyle/>
          <a:p>
            <a:r>
              <a:rPr lang="en-US" dirty="0" smtClean="0"/>
              <a:t>X=Y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634932" y="2770613"/>
            <a:ext cx="883920" cy="883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895449" y="3809624"/>
            <a:ext cx="11903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85757" y="1938875"/>
            <a:ext cx="354861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TRUE IF </a:t>
            </a:r>
            <a:r>
              <a:rPr lang="en-US" sz="2800" dirty="0" smtClean="0"/>
              <a:t>THEY  </a:t>
            </a:r>
            <a:r>
              <a:rPr lang="en-US" sz="2000" dirty="0" smtClean="0"/>
              <a:t> UNIFY      for example if X=10 and X=Y then Y=10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4466850" y="3574190"/>
            <a:ext cx="2435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False otherwise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134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6252" y="0"/>
            <a:ext cx="8534400" cy="1507067"/>
          </a:xfrm>
        </p:spPr>
        <p:txBody>
          <a:bodyPr/>
          <a:lstStyle/>
          <a:p>
            <a:r>
              <a:rPr lang="en-US" dirty="0"/>
              <a:t>Equality and unification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1539240"/>
            <a:ext cx="10896600" cy="4968240"/>
          </a:xfrm>
        </p:spPr>
        <p:txBody>
          <a:bodyPr>
            <a:noAutofit/>
          </a:bodyPr>
          <a:lstStyle/>
          <a:p>
            <a:r>
              <a:rPr lang="en-US" sz="2400" dirty="0" smtClean="0"/>
              <a:t>Rules:</a:t>
            </a:r>
          </a:p>
          <a:p>
            <a:pPr marL="0" indent="0">
              <a:buNone/>
            </a:pPr>
            <a:r>
              <a:rPr lang="en-US" sz="2400" dirty="0" smtClean="0"/>
              <a:t> --X and Y are permitted to be  </a:t>
            </a:r>
            <a:r>
              <a:rPr lang="en-US" sz="2400" dirty="0" err="1" smtClean="0"/>
              <a:t>Uninstantiated</a:t>
            </a:r>
            <a:r>
              <a:rPr lang="en-US" sz="2400" dirty="0" smtClean="0"/>
              <a:t> variables.</a:t>
            </a:r>
          </a:p>
          <a:p>
            <a:pPr marL="0" indent="0">
              <a:buNone/>
            </a:pPr>
            <a:r>
              <a:rPr lang="en-US" sz="2400" dirty="0" smtClean="0"/>
              <a:t>-- Integers and atoms are always are equal to themselves.</a:t>
            </a:r>
          </a:p>
          <a:p>
            <a:pPr marL="0" indent="0">
              <a:buNone/>
            </a:pPr>
            <a:r>
              <a:rPr lang="en-US" sz="2400" dirty="0" smtClean="0"/>
              <a:t>-- 2 structures are equal only if :-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(a) Same function.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(b) Same no of components.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(c) corresponding components are equal.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For example : a(</a:t>
            </a:r>
            <a:r>
              <a:rPr lang="en-US" sz="2400" dirty="0" err="1" smtClean="0"/>
              <a:t>b,c</a:t>
            </a:r>
            <a:r>
              <a:rPr lang="en-US" sz="2400" dirty="0" smtClean="0"/>
              <a:t>(</a:t>
            </a:r>
            <a:r>
              <a:rPr lang="en-US" sz="2400" dirty="0" err="1" smtClean="0"/>
              <a:t>d,e</a:t>
            </a:r>
            <a:r>
              <a:rPr lang="en-US" sz="2400" dirty="0" smtClean="0"/>
              <a:t>))=a(</a:t>
            </a:r>
            <a:r>
              <a:rPr lang="en-US" sz="2400" dirty="0" err="1" smtClean="0"/>
              <a:t>X,c</a:t>
            </a:r>
            <a:r>
              <a:rPr lang="en-US" sz="2400" dirty="0" smtClean="0"/>
              <a:t>(</a:t>
            </a:r>
            <a:r>
              <a:rPr lang="en-US" sz="2400" dirty="0" err="1" smtClean="0"/>
              <a:t>Y,e</a:t>
            </a:r>
            <a:r>
              <a:rPr lang="en-US" sz="2400" dirty="0" smtClean="0"/>
              <a:t>)).</a:t>
            </a:r>
          </a:p>
          <a:p>
            <a:pPr marL="0" indent="0">
              <a:buNone/>
            </a:pPr>
            <a:r>
              <a:rPr lang="en-US" sz="2400" dirty="0" smtClean="0"/>
              <a:t>‘student’=student because ‘student ’ is an atom and prolog exclude this.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353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2" y="52493"/>
            <a:ext cx="8534400" cy="60282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Equality </a:t>
            </a:r>
            <a:r>
              <a:rPr lang="en-US" dirty="0"/>
              <a:t>and unification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492" y="655320"/>
            <a:ext cx="10075228" cy="5654039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f(X,X)=f(</a:t>
            </a:r>
            <a:r>
              <a:rPr lang="en-US" dirty="0" err="1" smtClean="0"/>
              <a:t>a,b</a:t>
            </a:r>
            <a:r>
              <a:rPr lang="en-US" dirty="0" smtClean="0"/>
              <a:t>).</a:t>
            </a:r>
          </a:p>
          <a:p>
            <a:r>
              <a:rPr lang="en-US" dirty="0" smtClean="0"/>
              <a:t>F(</a:t>
            </a:r>
            <a:r>
              <a:rPr lang="en-US" dirty="0" err="1" smtClean="0"/>
              <a:t>X,a</a:t>
            </a:r>
            <a:r>
              <a:rPr lang="en-US" dirty="0" smtClean="0"/>
              <a:t>(</a:t>
            </a:r>
            <a:r>
              <a:rPr lang="en-US" dirty="0" err="1" smtClean="0"/>
              <a:t>b,c</a:t>
            </a:r>
            <a:r>
              <a:rPr lang="en-US" dirty="0" smtClean="0"/>
              <a:t>))=f(</a:t>
            </a:r>
            <a:r>
              <a:rPr lang="en-US" dirty="0" err="1" smtClean="0"/>
              <a:t>Z,a</a:t>
            </a:r>
            <a:r>
              <a:rPr lang="en-US" dirty="0" smtClean="0"/>
              <a:t>(</a:t>
            </a:r>
            <a:r>
              <a:rPr lang="en-US" dirty="0" err="1" smtClean="0"/>
              <a:t>Z,c</a:t>
            </a:r>
            <a:r>
              <a:rPr lang="en-US" dirty="0" smtClean="0"/>
              <a:t>)).     Explain…………..</a:t>
            </a:r>
          </a:p>
          <a:p>
            <a:r>
              <a:rPr lang="en-US" dirty="0"/>
              <a:t>?- a(</a:t>
            </a:r>
            <a:r>
              <a:rPr lang="en-US" dirty="0" err="1"/>
              <a:t>b,c</a:t>
            </a:r>
            <a:r>
              <a:rPr lang="en-US" dirty="0"/>
              <a:t>(</a:t>
            </a:r>
            <a:r>
              <a:rPr lang="en-US" dirty="0" err="1"/>
              <a:t>d,e</a:t>
            </a:r>
            <a:r>
              <a:rPr lang="en-US" dirty="0"/>
              <a:t>))=a(</a:t>
            </a:r>
            <a:r>
              <a:rPr lang="en-US" dirty="0" err="1"/>
              <a:t>X,c</a:t>
            </a:r>
            <a:r>
              <a:rPr lang="en-US" dirty="0"/>
              <a:t>(</a:t>
            </a:r>
            <a:r>
              <a:rPr lang="en-US" dirty="0" err="1"/>
              <a:t>Y,e</a:t>
            </a:r>
            <a:r>
              <a:rPr lang="en-US" dirty="0"/>
              <a:t>)).</a:t>
            </a:r>
          </a:p>
          <a:p>
            <a:r>
              <a:rPr lang="en-US" dirty="0"/>
              <a:t>X = b,</a:t>
            </a:r>
          </a:p>
          <a:p>
            <a:r>
              <a:rPr lang="en-US" dirty="0"/>
              <a:t>Y = d.</a:t>
            </a:r>
          </a:p>
          <a:p>
            <a:endParaRPr lang="en-US" dirty="0"/>
          </a:p>
          <a:p>
            <a:r>
              <a:rPr lang="en-US" dirty="0"/>
              <a:t>?- a(</a:t>
            </a:r>
            <a:r>
              <a:rPr lang="en-US" dirty="0" err="1"/>
              <a:t>b,c</a:t>
            </a:r>
            <a:r>
              <a:rPr lang="en-US" dirty="0"/>
              <a:t>(</a:t>
            </a:r>
            <a:r>
              <a:rPr lang="en-US" dirty="0" err="1"/>
              <a:t>d,e</a:t>
            </a:r>
            <a:r>
              <a:rPr lang="en-US" dirty="0"/>
              <a:t>))=a(</a:t>
            </a:r>
            <a:r>
              <a:rPr lang="en-US" dirty="0" err="1"/>
              <a:t>X,u</a:t>
            </a:r>
            <a:r>
              <a:rPr lang="en-US" dirty="0"/>
              <a:t>(</a:t>
            </a:r>
            <a:r>
              <a:rPr lang="en-US" dirty="0" err="1"/>
              <a:t>Y,e</a:t>
            </a:r>
            <a:r>
              <a:rPr lang="en-US" dirty="0"/>
              <a:t>)).</a:t>
            </a:r>
          </a:p>
          <a:p>
            <a:r>
              <a:rPr lang="en-US" dirty="0"/>
              <a:t>false.</a:t>
            </a:r>
          </a:p>
          <a:p>
            <a:endParaRPr lang="en-US" dirty="0"/>
          </a:p>
          <a:p>
            <a:r>
              <a:rPr lang="en-US" dirty="0"/>
              <a:t>?- river(X,Y,Z)=river(A,B,C).</a:t>
            </a:r>
          </a:p>
          <a:p>
            <a:r>
              <a:rPr lang="en-US" dirty="0"/>
              <a:t>X = A,</a:t>
            </a:r>
          </a:p>
          <a:p>
            <a:r>
              <a:rPr lang="en-US" dirty="0"/>
              <a:t>Y = B,</a:t>
            </a:r>
          </a:p>
          <a:p>
            <a:r>
              <a:rPr lang="en-US" dirty="0"/>
              <a:t>Z = C.</a:t>
            </a:r>
          </a:p>
          <a:p>
            <a:endParaRPr lang="en-US" dirty="0"/>
          </a:p>
          <a:p>
            <a:r>
              <a:rPr lang="en-US" dirty="0"/>
              <a:t>?- letter(c)=word(letter).</a:t>
            </a:r>
          </a:p>
          <a:p>
            <a:r>
              <a:rPr lang="en-US" dirty="0"/>
              <a:t>false.</a:t>
            </a:r>
          </a:p>
          <a:p>
            <a:endParaRPr lang="en-US" dirty="0"/>
          </a:p>
          <a:p>
            <a:r>
              <a:rPr lang="en-US" dirty="0"/>
              <a:t>?- here(now)=now.</a:t>
            </a:r>
          </a:p>
          <a:p>
            <a:r>
              <a:rPr lang="en-US" dirty="0"/>
              <a:t>false.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0980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217</TotalTime>
  <Words>343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Slice</vt:lpstr>
      <vt:lpstr>And/or/equality/unification</vt:lpstr>
      <vt:lpstr>CONJUNCTION (AND /OR) IN PROLOG</vt:lpstr>
      <vt:lpstr>CONJUNCTION (AND (,)/OR(;)) IN PROLOG</vt:lpstr>
      <vt:lpstr>             FACTs and rules  in Prolog</vt:lpstr>
      <vt:lpstr>PowerPoint Presentation</vt:lpstr>
      <vt:lpstr>  Example of Rules</vt:lpstr>
      <vt:lpstr>PowerPoint Presentation</vt:lpstr>
      <vt:lpstr>Equality and unification</vt:lpstr>
      <vt:lpstr>Equality and unification</vt:lpstr>
      <vt:lpstr> Equality and unification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12</cp:revision>
  <dcterms:created xsi:type="dcterms:W3CDTF">2024-09-30T04:45:10Z</dcterms:created>
  <dcterms:modified xsi:type="dcterms:W3CDTF">2024-09-30T08:23:00Z</dcterms:modified>
</cp:coreProperties>
</file>